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irtransport_1696586630611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54F9CAF-3123-4E68-9226-5FEBF750559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air transport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299E50B-447A-4AA3-AD7B-244A2F9DBF8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10/12/2023 4:03:35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21840E72-E919-44F5-8F5D-6E0BC29223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6E763B30-8EA3-4093-A133-635D5DDF13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1F86342F-9BE3-4BC8-A663-4ADFFB2F8C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E2BA266A-6042-44F2-86FE-49B329E94F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D1DF1D3E-D4E5-4761-BF38-040D6D2321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2023-10-12T16:03:39Z</dcterms:created>
  <dcterms:modified xsi:type="dcterms:W3CDTF">2023-10-12T16:03:39Z</dcterms:modified>
</cp:coreProperties>
</file>